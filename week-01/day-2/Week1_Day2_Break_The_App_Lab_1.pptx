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01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bonus, active session — since Week 1 was covered in one day, today is hands-on practice before Week 2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up front: this is not a lecture. It's active from minute 10 onward.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pulse check only — no long re-teaching. If there's a common gap, take 2 minutes max to clarify, then move on. The lab reinforces this far better than more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using saucedemo.com: username 'standard_user', password 'secret_sauce' — share this so learners aren't stuck at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these nudges in chat if learners seem stuck. Walk breakout rooms and encourage curiosity over 'finding the most bugs'.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everyone back to the main room if breakouts were used. Keep this light and encouraging — there are no wrong answers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2 minutes — it's a nudge, not a re-teach. If you already posted the written announcement in the class group chat, you can shorten this to a single line: 'Quick reminder — check the note I posted about testing types before you submit homework going forward,' and move straight into Week 2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explicitly naming the link to Week 2 — learners now have lived experience of what a test case is trying to capture, which will make next week's structure click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COHORT PROGRAMME — WEEK 1, DAY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App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F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Testing Lab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Session • 60 minutes • Online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Session?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9875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blurRad="101600" dist="38100" dir="5400000" algn="bl" rotWithShape="0">
              <a:srgbClr val="1A2E3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2880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heard the theory. Today you build the muscle memory of actually testing something.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8803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04495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88036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a mindset, not a checklist — today is about practising curiosity.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393192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_arrow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09651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83080" y="393192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write today becomes the seed of the test cases you'll formally write in Week 2.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949440" y="6510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Cohort Programme — Week 1, Day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messag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766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94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Rapid-Fire Recap (10 min)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answer one of these out loud: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9966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17627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19202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one phase of the SDLC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9966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14400" y="33649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1089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difference between SDLC and STLC?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0080" y="4297680"/>
            <a:ext cx="9966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14400" y="455371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91640" y="42976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one example of a “tester mindset” question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6510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Cohort Programme — Week 1, Day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smartpho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766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9875520" cy="1280160"/>
          </a:xfrm>
          <a:prstGeom prst="roundRect">
            <a:avLst>
              <a:gd name="adj" fmla="val 7143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6002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are the tester. For the next 30 minutes, explore this like it's your first day at a new QA job. Try to find anything that feels wrong, confusing, or broken.”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practice site options: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saucedemo.com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31920" y="36118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e-commerce login &amp; checkout site, built for QA practice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4526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the-internet.herokuapp.com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931920" y="4526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quirky features, great for exploring edge cases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544068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54406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SA app's website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31920" y="5440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Takealot.com — browse only, avoid real payment steps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49440" y="6510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Cohort Programme — Week 1, Day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edi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766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Testing Lab (30 min)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solo. For everything you try, log it: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9875520" cy="14630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did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expected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actually happened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the password field empty and clicked Login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error message telling me the field is required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(fill in after you try 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3429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deliberately the seed of a test case — the formal structure comes in Week 2.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37919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stuck? Try: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4203436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" y="42034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field empty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733788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22960" y="47337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mid-process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26414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22960" y="52641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slow connection / small screen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5794492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22960" y="57944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too many characters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6324844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22960" y="63248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back button after finishing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49440" y="6510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Cohort Programme — Week 1, Day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8833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Share-Out (10 min)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2011680"/>
            <a:ext cx="9875520" cy="1645920"/>
          </a:xfrm>
          <a:prstGeom prst="roundRect">
            <a:avLst>
              <a:gd name="adj" fmla="val 5556"/>
            </a:avLst>
          </a:prstGeom>
          <a:solidFill>
            <a:srgbClr val="024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88720" y="20116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ONE interesting finding from your log.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3931920"/>
            <a:ext cx="987552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88720" y="39319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one, ask: “What made you think to try that?” This celebrates curiosity — not just finding bugs.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49440" y="6510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Cohort Programme — Week 1, Day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766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</a:t>
            </a:r>
            <a:r>
              <a:rPr lang="en-US" sz="26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4592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the start of Week 2, Session 1 — a 2-minute opener before new content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9875520" cy="1234440"/>
          </a:xfrm>
          <a:prstGeom prst="roundRect">
            <a:avLst>
              <a:gd name="adj" fmla="val 7407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554480"/>
            <a:ext cx="9144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Week 1 submissions were missing one thing the brief asked for: which testing type your finding maps to — and why.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submitting homework going forward, check it answers all three: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9808" y="35661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9808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98448" y="347472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tested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169664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49808" y="426110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9808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98448" y="4169664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found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864608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49808" y="495604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9808" y="4956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98448" y="4864608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testing type it maps to — with your reasoning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623560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2960" y="562356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learner already submitted, no resubmission needed — they'll get this as individual feedback.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9440" y="6510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Cohort Programme — Week 1, Day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9875520" cy="1737360"/>
          </a:xfrm>
          <a:prstGeom prst="roundRect">
            <a:avLst>
              <a:gd name="adj" fmla="val 5263"/>
            </a:avLst>
          </a:prstGeom>
          <a:solidFill>
            <a:srgbClr val="024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201168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logged today — What I did / What I expected / What happened — is the seed of a test case.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in Week 2: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987552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4480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44805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(Functional vs Non-Functional, Black Box vs White Box)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532120"/>
            <a:ext cx="987552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5532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5532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First Test Case — formalising today's notes into proper structure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820</Words>
  <Application>Microsoft Office PowerPoint</Application>
  <PresentationFormat>Widescreen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Khumbelo Mudau</cp:lastModifiedBy>
  <cp:revision>4</cp:revision>
  <dcterms:created xsi:type="dcterms:W3CDTF">2026-07-17T14:09:23Z</dcterms:created>
  <dcterms:modified xsi:type="dcterms:W3CDTF">2026-07-19T17:06:30Z</dcterms:modified>
</cp:coreProperties>
</file>