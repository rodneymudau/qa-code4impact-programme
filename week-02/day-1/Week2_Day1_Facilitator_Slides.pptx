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274320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COHORT PROGRAMME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2377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Testing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 Non-Functional   •   Black Box vs White Box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1  ·  60-Minute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in Week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819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202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Development Life Cycle — the stages software goes through to get built.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8346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301020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816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91640" y="31546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Testing Life Cycle — the stages testing goes through, alongside development.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4069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2446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050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Mindset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91640" y="43891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curious, critical questions instead of just accepting that a feature works.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2F7F7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5623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time: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explored Sauce Demo hands-on and wrote down what you did, what you expected, and what actually happened.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286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Types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real, local app examples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286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65176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&amp; Explain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2104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functional/non-functional and black box/white box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FUNCTIONAL VS NON-FUNCTIONAL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8813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960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73736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feature do what it's supposed to do?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tap a button, does the right thing happen? If you type your password, does it let you log in when it should — and only then?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10424160" cy="2194560"/>
          </a:xfrm>
          <a:prstGeom prst="roundRect">
            <a:avLst>
              <a:gd name="adj" fmla="val 5000"/>
            </a:avLst>
          </a:prstGeom>
          <a:solidFill>
            <a:srgbClr val="F2F7F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9776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banking app's login screen accepts a completely wrong password and logs the user in anyway.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48006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functional bug — the feature is not doing what it's supposed to do.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FUNCTIONAL VS NON-FUNCTIONAL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8813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960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Testing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73736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"does it work" — but "how well does it work?"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8" name="Shape 5"/>
          <p:cNvSpPr/>
          <p:nvPr/>
        </p:nvSpPr>
        <p:spPr>
          <a:xfrm>
            <a:off x="1988820" y="26060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85" y="278160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8680" y="38862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Takealot app takes 15 seconds to add an item to cart on average data.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8912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13" name="Shape 9"/>
          <p:cNvSpPr/>
          <p:nvPr/>
        </p:nvSpPr>
        <p:spPr>
          <a:xfrm>
            <a:off x="5737860" y="26060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425" y="278160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617720" y="38862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app's text is so small or low-contrast that you genuinely can't read it.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38160" y="23317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18" name="Shape 13"/>
          <p:cNvSpPr/>
          <p:nvPr/>
        </p:nvSpPr>
        <p:spPr>
          <a:xfrm>
            <a:off x="9486900" y="26060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2465" y="2781605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66760" y="38862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lets you submit the same payment twice by clicking quickly.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FUNCTIONAL VS NON-FUNCTIONAL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080760" y="160020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work?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709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feature itself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forms, logins, calculations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"Wrong password logs you in anyway"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work well?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2971800"/>
            <a:ext cx="4709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experience around the feature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ease of use, security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"Takes 15 seconds to load on data"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8375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or Non-Functional?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424160" cy="1554480"/>
          </a:xfrm>
          <a:prstGeom prst="roundRect">
            <a:avLst>
              <a:gd name="adj" fmla="val 7059"/>
            </a:avLst>
          </a:prstGeom>
          <a:solidFill>
            <a:srgbClr val="F2F7F7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23317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194560" y="22402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Uber app crashes every time you rotate your phone screen during a trip.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886200"/>
            <a:ext cx="10424160" cy="1554480"/>
          </a:xfrm>
          <a:prstGeom prst="roundRect">
            <a:avLst>
              <a:gd name="adj" fmla="val 7059"/>
            </a:avLst>
          </a:prstGeom>
          <a:solidFill>
            <a:srgbClr val="F2F7F7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42062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206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194560" y="41148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eHome Affairs booking site takes over a minute to load your appointment slots.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 WE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Box vs White Box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013A40"/>
          </a:solidFill>
          <a:ln/>
        </p:spPr>
      </p:sp>
      <p:sp>
        <p:nvSpPr>
          <p:cNvPr id="5" name="Shape 3"/>
          <p:cNvSpPr/>
          <p:nvPr/>
        </p:nvSpPr>
        <p:spPr>
          <a:xfrm>
            <a:off x="6080760" y="160020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F2F7F7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20958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0116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Testing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283464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from the outside, like a real user. You click, you type, you observe — you don't need to see or understand the code underneath. This is almost everything you'll do as a junior QA tester.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4652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20958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Box Testing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46520" y="283464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knowledge of what's happening inside — the actual code, logic, and database. Usually done by developers or senior technical testers.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5239512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5426050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502920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Minibus taxi analogy:  </a:t>
            </a:r>
            <a:pPr indent="0" marL="0">
              <a:buNone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is riding in the taxi and checking the ride. White box is popping the bonnet and checking the engine.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62179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808330"/>
            <a:ext cx="404165" cy="404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85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the Bugs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503920" y="640080"/>
            <a:ext cx="2560320" cy="685800"/>
          </a:xfrm>
          <a:prstGeom prst="roundRect">
            <a:avLst>
              <a:gd name="adj" fmla="val 20000"/>
            </a:avLst>
          </a:prstGeom>
          <a:solidFill>
            <a:srgbClr val="F2F7F7"/>
          </a:solidFill>
          <a:ln/>
        </p:spPr>
      </p:sp>
      <p:sp>
        <p:nvSpPr>
          <p:cNvPr id="7" name="Shape 4"/>
          <p:cNvSpPr/>
          <p:nvPr/>
        </p:nvSpPr>
        <p:spPr>
          <a:xfrm>
            <a:off x="8641080" y="7589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8503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89720" y="640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scenario, decide: Functional or Non-Functional? Black box or White box?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205740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20574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"Add to Cart" button on a shopping app doesn't add the item when clicked.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310896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31089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banking app takes 15 seconds to open on a slow data connection.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16052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41605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password field on a signup form accepts 100+ characters with no error.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0080" y="521208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52120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government booking site shows white text on a white background.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the Bugs (continued)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grocery app shows the correct total price after checkout.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 load-shedding schedule app doesn't refresh after you change your area.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 banking app lets you submit the same payment twice by double-clicking.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2F7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091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 ride-hailing app's map takes a long time to redraw after you scroll it.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Ask yourself: is the app doing the wrong thing, or doing the right thing badly?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SHARE-OUT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8813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51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Hear Your Answers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424160" cy="32918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560320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go through Scenarios 1, 4, 6 and 7 together.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answer, be ready to explain:
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you know that one was non-functional and not functional?”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checks if a feature works. Non-functional checks if it works well — speed, usability, security.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154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31927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310896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testing is from the outside, like a real user — that's most of what you'll do as a junior QA tester.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31520" y="44805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64515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44348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box testing needs knowledge of the code underneath — usually developers or senior testers.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8813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51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Session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10424160" cy="3291840"/>
          </a:xfrm>
          <a:prstGeom prst="roundRect">
            <a:avLst>
              <a:gd name="adj" fmla="val 3333"/>
            </a:avLst>
          </a:prstGeom>
          <a:solidFill>
            <a:srgbClr val="F2F7F7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606040"/>
            <a:ext cx="9692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your Week 1 exploratory notes.
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finding as Functional or Non-Functional.
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line explaining why for each.
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along next session — we'll turn them into test cases.
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Interview Prep section of your Week 2 Student Guide — today's topic comes up a lot in real interviews.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RESOURCE FOR THE WEEK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8813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51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 2 Student Guide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737360" y="1554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this week lives in one place — worth bookmarking.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424160" cy="1143000"/>
          </a:xfrm>
          <a:prstGeom prst="roundRect">
            <a:avLst>
              <a:gd name="adj" fmla="val 9600"/>
            </a:avLst>
          </a:prstGeom>
          <a:solidFill>
            <a:srgbClr val="F2F7F7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487168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2662733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42316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&amp; 2 — Today's Content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74520" y="2816352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 non-functional, black box vs white box, with examples.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611880"/>
            <a:ext cx="10424160" cy="1143000"/>
          </a:xfrm>
          <a:prstGeom prst="roundRect">
            <a:avLst>
              <a:gd name="adj" fmla="val 9600"/>
            </a:avLst>
          </a:prstGeom>
          <a:solidFill>
            <a:srgbClr val="F2F7F7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3813048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3988613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4520" y="374904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QA Vocabulary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874520" y="4142232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feature, user story, scenario, test scenario, test story, test case, and test plan — with a full worked example.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937760"/>
            <a:ext cx="10424160" cy="1143000"/>
          </a:xfrm>
          <a:prstGeom prst="roundRect">
            <a:avLst>
              <a:gd name="adj" fmla="val 9600"/>
            </a:avLst>
          </a:prstGeom>
          <a:solidFill>
            <a:srgbClr val="F2F7F7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" y="5138928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5" y="5314493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74520" y="507492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Interview Prep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874520" y="5468112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interview questions on this exact content, with sample answers and tips.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265615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95360" y="292608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2, Day 2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First Test Case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611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take today's thinking and turn it into the professional format QA teams use on the job — the kind of document that shows up in real interviews.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session!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2026-07-19T15:56:42Z</dcterms:created>
  <dcterms:modified xsi:type="dcterms:W3CDTF">2026-07-19T15:56:42Z</dcterms:modified>
</cp:coreProperties>
</file>