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1686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778240" y="274320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965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COHORT PROGRAMME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31520" y="237744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Testing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vs Non-Functional   •   Black Box vs White Box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 1  ·  60-Minute Session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Covered in Week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1775765"/>
            <a:ext cx="380390" cy="380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5819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91640" y="192024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Development Life Cycle — the stages software goes through to get built.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8346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5" y="301020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816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STLC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91640" y="315468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Testing Life Cycle — the stages testing goes through, alongside development.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40690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5" y="4244645"/>
            <a:ext cx="380390" cy="3803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4050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Mindset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91640" y="438912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curious, critical questions instead of just accepting that a feature works.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6235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822960" y="562356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</a:t>
            </a:r>
            <a:r>
              <a:rPr lang="en-US" sz="14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explored Sauce Demo hands-on and wrote down what you did, what you expected, and what actually happened.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SESSION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880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22860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651760"/>
            <a:ext cx="2880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Types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0" y="3977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real, local app examples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22860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2880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&amp; Explain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321040" y="3977640"/>
            <a:ext cx="2880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functional/non-functional and black box/white box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FUNCTIONAL VS NON-FUNCTIONAL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881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9601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Testing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737360" y="14630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feature do what it's supposed to do?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tap a button, does the right thing happen? If you type your password, does it let you log in when it should — and only then?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10424160" cy="2194560"/>
          </a:xfrm>
          <a:prstGeom prst="roundRect">
            <a:avLst>
              <a:gd name="adj" fmla="val 5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840" y="3977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banking app's login screen accepts a completely wrong password and logs the user in anyway.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05840" y="4800600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 functional bug — the feature is not doing what it's supposed to do.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FUNCTIONAL VS NON-FUNCTIONAL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881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9601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Testing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737360" y="14630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it work" — but "how well does it work?"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988820" y="26060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385" y="278160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4747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68680" y="388620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Takealot app takes 15 seconds to add an item to cart on average data.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737860" y="26060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425" y="2781605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2000" y="34747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4617720" y="388620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app's text is so small or low-contrast that you genuinely can't read it.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38160" y="23317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9486900" y="26060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2465" y="2781605"/>
            <a:ext cx="380390" cy="38039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21040" y="34747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8366760" y="388620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lets you submit the same payment twice by clicking quickly.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FUNCTIONAL VS NON-FUNCTIONAL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 by Side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40680" cy="4663440"/>
          </a:xfrm>
          <a:prstGeom prst="roundRect">
            <a:avLst>
              <a:gd name="adj" fmla="val 2353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080760" y="1600200"/>
            <a:ext cx="5440680" cy="4663440"/>
          </a:xfrm>
          <a:prstGeom prst="roundRect">
            <a:avLst>
              <a:gd name="adj" fmla="val 235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work?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2971800"/>
            <a:ext cx="4709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feature itself
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forms, logins, calculations
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"Wrong password logs you in anyway"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192024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46520" y="23317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work well?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709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experience around the feature
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ease of use, security
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"Takes 15 seconds to load on data"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" y="837590"/>
            <a:ext cx="427939" cy="4279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731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or Non-Functional?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10424160" cy="1554480"/>
          </a:xfrm>
          <a:prstGeom prst="roundRect">
            <a:avLst>
              <a:gd name="adj" fmla="val 7059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60120" y="233172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6012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194560" y="2240280"/>
            <a:ext cx="8595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Uber app crashes every time you rotate your phone screen during a trip.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3886200"/>
            <a:ext cx="10424160" cy="1554480"/>
          </a:xfrm>
          <a:prstGeom prst="roundRect">
            <a:avLst>
              <a:gd name="adj" fmla="val 7059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60120" y="420624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4206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2194560" y="4114800"/>
            <a:ext cx="8595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eHome Affairs booking site takes over a minute to load your appointment slots.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 WE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Box vs White Box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1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080760" y="160020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19202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405" y="209580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0116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Testing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05840" y="2834640"/>
            <a:ext cx="4709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from the outside, like a real user. You click, you type, you observe — you don't need to see or understand the code underneath. This is almost everything you'll do as a junior QA tester.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46520" y="19202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085" y="209580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116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Testing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446520" y="2834640"/>
            <a:ext cx="4709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with knowledge of what's happening inside — the actual code, logic, and database. Usually done by developers or senior technical testers.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14400" y="5239512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938" y="5426050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5029200"/>
            <a:ext cx="9326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analogy:  </a:t>
            </a:r>
            <a:r>
              <a:rPr lang="en-US" sz="1500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is riding in the taxi and checking the ride. White box is popping the bonnet and checking the engine.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621792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808330"/>
            <a:ext cx="404165" cy="4041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685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the Bugs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scenario, decide: Functional or Non-Functional? Black box or White box?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" y="205740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914400" y="20574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"Add to Cart" button on a shopping app doesn't add the item when clicked.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40080" y="31089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914400" y="31089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banking app takes 15 seconds to open on a slow data connection.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914400" y="41605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password field on a signup form accepts 100+ characters with no error.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640080" y="521208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914400" y="52120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 government booking site shows white text on a white background.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the Bugs (continued)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 grocery app shows the correct total price after checkout.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 load-shedding schedule app doesn't refresh after you change your area.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 banking app lets you submit the same payment twice by double-clicking.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47091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 ride-hailing app's map takes a long time to redraw after you scroll it.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58064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yourself: is the app doing the wrong thing, or doing the right thing badly?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SHARE-OUT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881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05156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Hear Your Answers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1042416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05840" y="2560320"/>
            <a:ext cx="96926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go through Scenarios 1, 4, 6 and 7 together.
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answer, be ready to explain:
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did you know that one was non-functional and not functional?”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9933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78308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checks if a feature works. Non-functional checks if it works well — speed, usability, security.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31546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319272"/>
            <a:ext cx="356616" cy="3566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310896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testing is from the outside, like a real user — that's most of what you'll do as a junior QA tester.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31520" y="44805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645152"/>
            <a:ext cx="356616" cy="3566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44348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testing needs knowledge of the code underneath — usually developers or senior testers.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881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05156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Session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10424160" cy="3291840"/>
          </a:xfrm>
          <a:prstGeom prst="roundRect">
            <a:avLst>
              <a:gd name="adj" fmla="val 3333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05840" y="2606040"/>
            <a:ext cx="9692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your Week 1 exploratory notes.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finding as Functional or Non-Functional.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explaining why for each.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these along next session — we'll turn them into test </a:t>
            </a:r>
            <a:r>
              <a:rPr lang="en-US" sz="160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the Interview Prep section of your Week 2 Student Guide — today's topic comes up a lot in real interviews.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RESOURCE FOR THE WEEK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0881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05156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2 Student Guide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737360" y="15544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this week lives in one place — worth bookmarking.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424160" cy="1143000"/>
          </a:xfrm>
          <a:prstGeom prst="roundRect">
            <a:avLst>
              <a:gd name="adj" fmla="val 96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400" y="2487168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965" y="2662733"/>
            <a:ext cx="380390" cy="3803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74520" y="242316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&amp; 2 — Today's Content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874520" y="2816352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vs non-functional, black box vs white box, with examples.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611880"/>
            <a:ext cx="10424160" cy="1143000"/>
          </a:xfrm>
          <a:prstGeom prst="roundRect">
            <a:avLst>
              <a:gd name="adj" fmla="val 96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914400" y="3813048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965" y="3988613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74520" y="374904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QA Vocabulary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874520" y="4142232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feature, user story, scenario, test scenario, test story, test case, and test plan — with a full worked example.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4937760"/>
            <a:ext cx="10424160" cy="1143000"/>
          </a:xfrm>
          <a:prstGeom prst="roundRect">
            <a:avLst>
              <a:gd name="adj" fmla="val 9600"/>
            </a:avLst>
          </a:prstGeom>
          <a:solidFill>
            <a:srgbClr val="F2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965" y="5314493"/>
            <a:ext cx="380390" cy="38039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74520" y="507492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— Interview Prep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74520" y="5468112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interview questions on this exact content, with sample answers and tips.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9265615" y="6446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Day 1  |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8595360" y="2926080"/>
            <a:ext cx="3657600" cy="3657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2, Day 2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8803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Your First Test Case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take today's thinking and turn it into the professional format QA teams use on the job — the kind of document that shows up in real interviews.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next session!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1095</Words>
  <Application>Microsoft Office PowerPoint</Application>
  <PresentationFormat>Widescreen</PresentationFormat>
  <Paragraphs>138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Khumbelo Mudau</cp:lastModifiedBy>
  <cp:revision>4</cp:revision>
  <dcterms:created xsi:type="dcterms:W3CDTF">2026-07-19T15:56:42Z</dcterms:created>
  <dcterms:modified xsi:type="dcterms:W3CDTF">2026-07-19T19:40:51Z</dcterms:modified>
</cp:coreProperties>
</file>