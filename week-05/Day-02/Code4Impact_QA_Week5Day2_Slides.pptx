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93F2A-38AF-4475-B50C-784451992257}" v="84" dt="2026-08-19T18:09:05.950"/>
    <p1510:client id="{DD7E4124-DFBD-7212-F5EB-F68364B467B9}" v="11" dt="2026-08-19T16:27:58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mbelo Mudau" userId="c943d205e6a111f9" providerId="LiveId" clId="{6D91ECA9-F054-46C0-8906-A8CD7F449C9B}"/>
    <pc:docChg chg="undo custSel modSld sldOrd">
      <pc:chgData name="Khumbelo Mudau" userId="c943d205e6a111f9" providerId="LiveId" clId="{6D91ECA9-F054-46C0-8906-A8CD7F449C9B}" dt="2026-08-19T18:09:30.603" v="102" actId="20577"/>
      <pc:docMkLst>
        <pc:docMk/>
      </pc:docMkLst>
      <pc:sldChg chg="modSp mod">
        <pc:chgData name="Khumbelo Mudau" userId="c943d205e6a111f9" providerId="LiveId" clId="{6D91ECA9-F054-46C0-8906-A8CD7F449C9B}" dt="2026-08-19T15:26:13.641" v="1"/>
        <pc:sldMkLst>
          <pc:docMk/>
          <pc:sldMk cId="0" sldId="259"/>
        </pc:sldMkLst>
        <pc:spChg chg="mod">
          <ac:chgData name="Khumbelo Mudau" userId="c943d205e6a111f9" providerId="LiveId" clId="{6D91ECA9-F054-46C0-8906-A8CD7F449C9B}" dt="2026-08-19T15:26:13.641" v="1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Khumbelo Mudau" userId="c943d205e6a111f9" providerId="LiveId" clId="{6D91ECA9-F054-46C0-8906-A8CD7F449C9B}" dt="2026-08-19T17:32:30.986" v="15"/>
        <pc:sldMkLst>
          <pc:docMk/>
          <pc:sldMk cId="0" sldId="260"/>
        </pc:sldMkLst>
      </pc:sldChg>
      <pc:sldChg chg="modSp mod">
        <pc:chgData name="Khumbelo Mudau" userId="c943d205e6a111f9" providerId="LiveId" clId="{6D91ECA9-F054-46C0-8906-A8CD7F449C9B}" dt="2026-08-19T17:41:57.180" v="16" actId="20577"/>
        <pc:sldMkLst>
          <pc:docMk/>
          <pc:sldMk cId="0" sldId="262"/>
        </pc:sldMkLst>
        <pc:spChg chg="mod">
          <ac:chgData name="Khumbelo Mudau" userId="c943d205e6a111f9" providerId="LiveId" clId="{6D91ECA9-F054-46C0-8906-A8CD7F449C9B}" dt="2026-08-19T16:04:05.502" v="13"/>
          <ac:spMkLst>
            <pc:docMk/>
            <pc:sldMk cId="0" sldId="262"/>
            <ac:spMk id="3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7:41:57.180" v="16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6:03:02.255" v="10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19T18:00:06.382" v="83" actId="20577"/>
        <pc:sldMkLst>
          <pc:docMk/>
          <pc:sldMk cId="0" sldId="263"/>
        </pc:sldMkLst>
        <pc:spChg chg="mod">
          <ac:chgData name="Khumbelo Mudau" userId="c943d205e6a111f9" providerId="LiveId" clId="{6D91ECA9-F054-46C0-8906-A8CD7F449C9B}" dt="2026-08-19T17:55:20.237" v="52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7:59:36.714" v="69" actId="207"/>
          <ac:spMkLst>
            <pc:docMk/>
            <pc:sldMk cId="0" sldId="263"/>
            <ac:spMk id="8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8:00:06.382" v="83" actId="20577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19T18:05:43.521" v="92"/>
        <pc:sldMkLst>
          <pc:docMk/>
          <pc:sldMk cId="0" sldId="265"/>
        </pc:sldMkLst>
        <pc:spChg chg="mod">
          <ac:chgData name="Khumbelo Mudau" userId="c943d205e6a111f9" providerId="LiveId" clId="{6D91ECA9-F054-46C0-8906-A8CD7F449C9B}" dt="2026-08-19T18:04:41.469" v="91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8:05:43.521" v="92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19T18:09:30.603" v="102" actId="20577"/>
        <pc:sldMkLst>
          <pc:docMk/>
          <pc:sldMk cId="0" sldId="266"/>
        </pc:sldMkLst>
        <pc:spChg chg="mod">
          <ac:chgData name="Khumbelo Mudau" userId="c943d205e6a111f9" providerId="LiveId" clId="{6D91ECA9-F054-46C0-8906-A8CD7F449C9B}" dt="2026-08-19T18:08:56.036" v="97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8:09:30.603" v="102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Khumbelo Mudau" userId="c943d205e6a111f9" providerId="LiveId" clId="{6D91ECA9-F054-46C0-8906-A8CD7F449C9B}" dt="2026-08-19T18:09:10.610" v="99" actId="207"/>
          <ac:spMkLst>
            <pc:docMk/>
            <pc:sldMk cId="0" sldId="266"/>
            <ac:spMk id="8" creationId="{00000000-0000-0000-0000-000000000000}"/>
          </ac:spMkLst>
        </pc:spChg>
      </pc:sldChg>
    </pc:docChg>
  </pc:docChgLst>
  <pc:docChgLst>
    <pc:chgData name="Guest User" providerId="Windows Live" clId="Web-{DD7E4124-DFBD-7212-F5EB-F68364B467B9}"/>
    <pc:docChg chg="modSld">
      <pc:chgData name="Guest User" userId="" providerId="Windows Live" clId="Web-{DD7E4124-DFBD-7212-F5EB-F68364B467B9}" dt="2026-08-19T16:27:58.097" v="10" actId="20577"/>
      <pc:docMkLst>
        <pc:docMk/>
      </pc:docMkLst>
      <pc:sldChg chg="modSp">
        <pc:chgData name="Guest User" userId="" providerId="Windows Live" clId="Web-{DD7E4124-DFBD-7212-F5EB-F68364B467B9}" dt="2026-08-19T16:26:24.841" v="5" actId="20577"/>
        <pc:sldMkLst>
          <pc:docMk/>
          <pc:sldMk cId="0" sldId="257"/>
        </pc:sldMkLst>
        <pc:spChg chg="mod">
          <ac:chgData name="Guest User" userId="" providerId="Windows Live" clId="Web-{DD7E4124-DFBD-7212-F5EB-F68364B467B9}" dt="2026-08-19T16:26:10.934" v="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" providerId="Windows Live" clId="Web-{DD7E4124-DFBD-7212-F5EB-F68364B467B9}" dt="2026-08-19T16:26:24.841" v="5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Guest User" userId="" providerId="Windows Live" clId="Web-{DD7E4124-DFBD-7212-F5EB-F68364B467B9}" dt="2026-08-19T16:27:58.097" v="10" actId="20577"/>
        <pc:sldMkLst>
          <pc:docMk/>
          <pc:sldMk cId="0" sldId="258"/>
        </pc:sldMkLst>
        <pc:spChg chg="mod">
          <ac:chgData name="Guest User" userId="" providerId="Windows Live" clId="Web-{DD7E4124-DFBD-7212-F5EB-F68364B467B9}" dt="2026-08-19T16:27:58.097" v="10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473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•  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Programming: giving clear instructions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are not </a:t>
            </a: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“learning all of Java.”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learning how a computer thinks.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658368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steps. Lots of guessing. No shame in mistakes.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00232" y="6035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13A40"/>
                </a:solidFill>
                <a:latin typeface="Cambria"/>
                <a:ea typeface="Cambria"/>
                <a:cs typeface="Cambria" pitchFamily="34" charset="-120"/>
              </a:rPr>
              <a:t>Previously the test ran; today we learn why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Monday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repeats checks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gives instructions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holds the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controls the browser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information in a variable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steps in the right order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code make a choice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run, and explain the result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3520440"/>
            <a:ext cx="548640" cy="457200"/>
          </a:xfrm>
          <a:prstGeom prst="rightArrow">
            <a:avLst/>
          </a:prstGeom>
          <a:solidFill>
            <a:srgbClr val="F58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is powerful, but it still depends on these ideas underneath.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Bridge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FINISH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13A40"/>
                </a:solidFill>
                <a:latin typeface="Cambria"/>
                <a:ea typeface="Cambria"/>
                <a:cs typeface="Cambria" pitchFamily="34" charset="-120"/>
              </a:rPr>
              <a:t>Three building blocks that make code readable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43100" y="2514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4310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order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83580" y="25146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8358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40690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boxes that hold information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24060" y="2514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406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03920" y="40690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makes a choice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these words feel strange, good — that's what today is for.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Finish 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UNPLUGGED 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ZA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Robot: Clear Steps Work Better Than Guessing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robot must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this: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3291840"/>
            <a:ext cx="1005840" cy="1005840"/>
          </a:xfrm>
          <a:prstGeom prst="rect">
            <a:avLst/>
          </a:prstGeom>
          <a:solidFill>
            <a:srgbClr val="00A896"/>
          </a:solidFill>
          <a:ln w="1905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 for a robot that: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26517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guess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“just know”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one step at a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416052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41605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instruction:  </a:t>
            </a:r>
            <a:r>
              <a:rPr lang="en-US" sz="15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“Draw a square.”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Activity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THEY JUST DID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algorithm is a clear recipe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ZA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you follow step by step to solve a problem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ShopnGo login page  →  enter details  →  tap Login  →  check the result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first. Name second.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Algorithm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means order changes the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click(Login);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enterPassword();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openLoginPage();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210312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65392" y="27432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openLoginPage();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enterPassword();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click(Login);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instructions. Different order. Different outcome.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Sequence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ROUTINE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→ Run/Try → </a:t>
            </a:r>
            <a:r>
              <a:rPr lang="en-ZA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Explain: How We Learn 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88820" y="25603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888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think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happen?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78808" y="3611880"/>
            <a:ext cx="201168" cy="365760"/>
          </a:xfrm>
          <a:prstGeom prst="rightArrow">
            <a:avLst/>
          </a:prstGeom>
          <a:solidFill>
            <a:srgbClr val="F58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29300" y="25603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293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8862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Java give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evidence.</a:t>
            </a:r>
            <a:r>
              <a:rPr lang="en-ZA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ZA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and see what happens.</a:t>
            </a: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19288" y="3611880"/>
            <a:ext cx="201168" cy="365760"/>
          </a:xfrm>
          <a:prstGeom prst="rightArrow">
            <a:avLst/>
          </a:prstGeom>
          <a:solidFill>
            <a:srgbClr val="F58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2860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69780" y="25603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697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8862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caused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result? </a:t>
            </a:r>
          </a:p>
          <a:p>
            <a:pPr marL="0" indent="0" algn="ctr">
              <a:buNone/>
            </a:pPr>
            <a:r>
              <a:rPr lang="en-US" sz="13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that happen?</a:t>
            </a:r>
          </a:p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Routine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labelled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username = "Lerato";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failedAttempts = 2;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loggedIn = false;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2103120"/>
            <a:ext cx="5650992" cy="3108960"/>
          </a:xfrm>
          <a:prstGeom prst="roundRect">
            <a:avLst>
              <a:gd name="adj" fmla="val 3529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loggedIn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8803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/>
              <a:t>false</a:t>
            </a:r>
          </a:p>
        </p:txBody>
      </p:sp>
      <p:sp>
        <p:nvSpPr>
          <p:cNvPr id="11" name="Text 9"/>
          <p:cNvSpPr/>
          <p:nvPr/>
        </p:nvSpPr>
        <p:spPr>
          <a:xfrm>
            <a:off x="626364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        name         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43434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stores information under a name it can reuse later.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Variables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choose the right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fits each piece of test data?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9494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title: “Dashboard”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69494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cart items: 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69494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succeeded: true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863840" y="2606040"/>
            <a:ext cx="3794760" cy="2743200"/>
          </a:xfrm>
          <a:prstGeom prst="roundRect">
            <a:avLst>
              <a:gd name="adj" fmla="val 4000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4526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Practice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condition lets code choose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title is “Products”
</a:t>
            </a:r>
            <a:r>
              <a:rPr lang="en-US" sz="15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“PASS”
</a:t>
            </a:r>
            <a:r>
              <a:rPr lang="en-US" sz="15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</a:t>
            </a: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“FAIL”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89320" y="2103120"/>
            <a:ext cx="5650992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2423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3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pageTitle.equals</a:t>
            </a: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("Dashboard")) {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System.out.println("PASS");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System.out.println("FAIL");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Conditions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the decision before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2148840"/>
            <a:ext cx="5852160" cy="3200400"/>
          </a:xfrm>
          <a:prstGeom prst="roundRect">
            <a:avLst>
              <a:gd name="adj" fmla="val 2857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statusCode = 404;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(statusCode == 404) {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System.out.println("PASS");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System.out.println("INVESTIGATE");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4919472" cy="3200400"/>
          </a:xfrm>
          <a:prstGeom prst="roundRect">
            <a:avLst>
              <a:gd name="adj" fmla="val 3429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242316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600"/>
              </a:spcAft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prints?
</a:t>
            </a:r>
            <a:r>
              <a:rPr lang="en-US" sz="16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</a:t>
            </a:r>
            <a:endParaRPr lang="en-US" sz="1600" dirty="0"/>
          </a:p>
          <a:p>
            <a:pPr>
              <a:spcAft>
                <a:spcPts val="1600"/>
              </a:spcAft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line decides?
</a:t>
            </a:r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6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== 200) {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Change one value to PASS.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Practice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Java as a story, not a puzzle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309360" cy="3291840"/>
          </a:xfrm>
          <a:prstGeom prst="roundRect">
            <a:avLst>
              <a:gd name="adj" fmla="val 2778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pageTitle = "Dashboard";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System.out.println("Open browser");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System.out.println("Go to login page");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(pageTitle.equals("Dashboard")) 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System.out.println("PASS");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System.out.println("FAIL");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86600" y="2103120"/>
            <a:ext cx="4553712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242316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Store a page title
</a:t>
            </a:r>
            <a:endParaRPr lang="en-US" sz="15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Print two steps in order
</a:t>
            </a:r>
            <a:endParaRPr lang="en-US" sz="15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Ask a yes/no question
</a:t>
            </a:r>
            <a:endParaRPr lang="en-US" sz="15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Print one result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Combine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PROGRAMMING TO QA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ideas already exist in Selenium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SELENIUM EXAMPLE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solidFill>
            <a:srgbClr val="F4FAF9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type → click → check result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167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username or an expected title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685800"/>
          </a:xfrm>
          <a:prstGeom prst="rect">
            <a:avLst/>
          </a:prstGeom>
          <a:solidFill>
            <a:srgbClr val="F4FAF9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54880" y="40690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PASS or FAIL to report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doesn't replace these ideas — it uses them.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QA Connection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Checkpoint: explain, don't memorise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sequence matter?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variable store?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does a condition ask?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Exit Check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have a programmer's reading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code looks scary: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names and values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 to bottom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choice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Run → Explain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237744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37744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CLEVER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Close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Close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MINUTES AFTER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one tiny QA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Java program that: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expectedTitle and actualTitle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if/else to print PASS or FAIL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with matching titles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with different titles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96596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260604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of code
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of output
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sentences explaining: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• condition • result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stretch:  </a:t>
            </a: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variable (like userRole) and a second if/else check.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• DAY 2  |  Homework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1015</Words>
  <Application>Microsoft Office PowerPoint</Application>
  <PresentationFormat>Widescreen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Khumbelo Mudau</cp:lastModifiedBy>
  <cp:revision>3</cp:revision>
  <dcterms:created xsi:type="dcterms:W3CDTF">2026-08-19T14:52:59Z</dcterms:created>
  <dcterms:modified xsi:type="dcterms:W3CDTF">2026-08-19T18:09:38Z</dcterms:modified>
</cp:coreProperties>
</file>