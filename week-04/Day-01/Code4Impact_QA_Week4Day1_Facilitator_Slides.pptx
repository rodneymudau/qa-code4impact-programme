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3FE8A3-0601-D710-0DCA-A0315F1DC20F}" v="5" dt="2026-08-12T13:05:05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113FE8A3-0601-D710-0DCA-A0315F1DC20F}"/>
    <pc:docChg chg="modSld">
      <pc:chgData name="Guest User" userId="" providerId="Windows Live" clId="Web-{113FE8A3-0601-D710-0DCA-A0315F1DC20F}" dt="2026-08-12T13:05:05.955" v="4" actId="20577"/>
      <pc:docMkLst>
        <pc:docMk/>
      </pc:docMkLst>
      <pc:sldChg chg="modSp">
        <pc:chgData name="Guest User" userId="" providerId="Windows Live" clId="Web-{113FE8A3-0601-D710-0DCA-A0315F1DC20F}" dt="2026-08-12T12:00:23.682" v="0" actId="20577"/>
        <pc:sldMkLst>
          <pc:docMk/>
          <pc:sldMk cId="0" sldId="264"/>
        </pc:sldMkLst>
        <pc:spChg chg="mod">
          <ac:chgData name="Guest User" userId="" providerId="Windows Live" clId="Web-{113FE8A3-0601-D710-0DCA-A0315F1DC20F}" dt="2026-08-12T12:00:23.682" v="0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">
        <pc:chgData name="Guest User" userId="" providerId="Windows Live" clId="Web-{113FE8A3-0601-D710-0DCA-A0315F1DC20F}" dt="2026-08-12T13:05:05.955" v="4" actId="20577"/>
        <pc:sldMkLst>
          <pc:docMk/>
          <pc:sldMk cId="0" sldId="265"/>
        </pc:sldMkLst>
        <pc:spChg chg="mod">
          <ac:chgData name="Guest User" userId="" providerId="Windows Live" clId="Web-{113FE8A3-0601-D710-0DCA-A0315F1DC20F}" dt="2026-08-12T13:04:47.657" v="2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Guest User" userId="" providerId="Windows Live" clId="Web-{113FE8A3-0601-D710-0DCA-A0315F1DC20F}" dt="2026-08-12T13:05:05.955" v="4" actId="20577"/>
          <ac:spMkLst>
            <pc:docMk/>
            <pc:sldMk cId="0" sldId="265"/>
            <ac:spMk id="4" creationId="{00000000-0000-0000-0000-000000000000}"/>
          </ac:spMkLst>
        </pc:spChg>
      </pc:sldChg>
      <pc:sldChg chg="modSp">
        <pc:chgData name="Guest User" userId="" providerId="Windows Live" clId="Web-{113FE8A3-0601-D710-0DCA-A0315F1DC20F}" dt="2026-08-12T13:04:26.374" v="1" actId="20577"/>
        <pc:sldMkLst>
          <pc:docMk/>
          <pc:sldMk cId="0" sldId="266"/>
        </pc:sldMkLst>
        <pc:spChg chg="mod">
          <ac:chgData name="Guest User" userId="" providerId="Windows Live" clId="Web-{113FE8A3-0601-D710-0DCA-A0315F1DC20F}" dt="2026-08-12T13:04:26.374" v="1" actId="20577"/>
          <ac:spMkLst>
            <pc:docMk/>
            <pc:sldMk cId="0" sldId="26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95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in Tech Accelerator 2026 · QA Track · Week 4, Day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698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Execution &amp;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Closure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your tests, then proving you're done.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120640"/>
            <a:ext cx="50292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· Women in Tech Accelerator 2026 · QA Track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did you know you were done?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F7FAFA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i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the last time you got something ready for someone else — packing for a trip, prepping a meal, anything.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know you were actually done — not just "probably done"?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· Women in Tech Accelerator 2026 · QA Track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THE STLC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Today, we finish the cycle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7FAFA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Planning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29000" y="21031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7FAFA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2286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26974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Design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F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46520" y="26974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Execution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39776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89720" y="21031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89720" y="2286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F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26880" y="26974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Closure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89720" y="39776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· Women in Tech Accelerator 2026 · QA Track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do during Test Execution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each test case's steps exactly as written — no shortcuts.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6243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Actual Result to the Expected Result.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401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Status: Pass, Fail, or Blocked.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17880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full bug report for every Fail.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· Women in Tech Accelerator 2026 · QA Track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"Blocked" mean?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2377440"/>
          </a:xfrm>
          <a:prstGeom prst="roundRect">
            <a:avLst>
              <a:gd name="adj" fmla="val 3846"/>
            </a:avLst>
          </a:prstGeom>
          <a:solidFill>
            <a:srgbClr val="D6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B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PASS. NOT FAIL.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i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Blocked test case means you couldn't even attempt it, because something else stood in the way first.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if login itself is broken, you can't test checkout — that checkout test case is Blocked, not Failed.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· Women in Tech Accelerator 2026 · QA Track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Test Closure?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Stepping back from the detail to answer one question, with evidence: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"Have we tested enough, and is this ready?"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7FAFA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Summary Report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evidence-based snapshot of what was tested and found.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301752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7FAFA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3200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36576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conditions agreed in advance for calling testing "done" — e.g. no open Critical/High bugs.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· Women in Tech Accelerator 2026 · QA Track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EXIT CRITERIA MATTER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 pass rate isn't always enough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2011680"/>
          </a:xfrm>
          <a:prstGeom prst="roundRect">
            <a:avLst>
              <a:gd name="adj" fmla="val 4545"/>
            </a:avLst>
          </a:prstGeom>
          <a:solidFill>
            <a:srgbClr val="FFF3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eHome Affairs wouldn't launch a booking site while a Critical bug meant some bookings silently failed to save — even with a 95% pass rate.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open Critical bug fails the exit criteria — full stop.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· Women in Tech Accelerator 2026 · QA Track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Calculating pass rate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Rate = (Passed ÷ Executed) × 100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executed 5 test cases. 4 passed, 1 failed.</a:t>
            </a:r>
            <a:endParaRPr lang="en-US" sz="17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= (4 ÷ 5) × 100 = 80%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· Women in Tech Accelerator 2026 · QA Track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me execute and log a test case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AFA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problem_user on saucedemo.com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TC_102 — click 'Add to cart', watch the badge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AFA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5661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566160"/>
            <a:ext cx="100584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B2B2D"/>
                </a:solidFill>
                <a:latin typeface="Calibri"/>
                <a:ea typeface="Calibri"/>
                <a:cs typeface="Calibri"/>
              </a:rPr>
              <a:t>Log the Actual Result and Status 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3891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3891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bug report for the Fail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· Women in Tech Accelerator 2026 · QA Track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LAB — 20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9848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013A40"/>
                </a:solidFill>
                <a:latin typeface="Cambria"/>
                <a:ea typeface="Cambria"/>
                <a:cs typeface="Cambria" pitchFamily="34" charset="-120"/>
              </a:rPr>
              <a:t>Execute all 5 test cases</a:t>
            </a:r>
            <a:endParaRPr lang="en-US" sz="2700">
              <a:latin typeface="Cambria"/>
              <a:ea typeface="Cambr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B6B6C"/>
                </a:solidFill>
                <a:latin typeface="Calibri"/>
                <a:ea typeface="Calibri"/>
                <a:cs typeface="Calibri"/>
              </a:rPr>
              <a:t>Log Actual Result and Status for each. Write a full bug report for any Fail.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30175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D"/>
                          </a:solidFill>
                        </a:rPr>
                        <a:t>TC_101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D"/>
                          </a:solidFill>
                        </a:rPr>
                        <a:t>Valid login succeeds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D"/>
                          </a:solidFill>
                        </a:rPr>
                        <a:t>standard_user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D"/>
                          </a:solidFill>
                        </a:rPr>
                        <a:t>TC_102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D"/>
                          </a:solidFill>
                        </a:rPr>
                        <a:t>Cart badge updates after Add to Cart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D"/>
                          </a:solidFill>
                        </a:rPr>
                        <a:t>problem_user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D"/>
                          </a:solidFill>
                        </a:rPr>
                        <a:t>TC_103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D"/>
                          </a:solidFill>
                        </a:rPr>
                        <a:t>Sort by price (low to high) is ordered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D"/>
                          </a:solidFill>
                        </a:rPr>
                        <a:t>standard_user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D"/>
                          </a:solidFill>
                        </a:rPr>
                        <a:t>TC_104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D"/>
                          </a:solidFill>
                        </a:rPr>
                        <a:t>Checkout total equals items + tax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D"/>
                          </a:solidFill>
                        </a:rPr>
                        <a:t>standard_user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D"/>
                          </a:solidFill>
                        </a:rPr>
                        <a:t>TC_105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D"/>
                          </a:solidFill>
                        </a:rPr>
                        <a:t>Removing an item updates the badge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2D"/>
                          </a:solidFill>
                        </a:rPr>
                        <a:t>standard_user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TC_102 is designed to fail on problem_user — if you get a Fail there, you're doing it right.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· Women in Tech Accelerator 2026 · QA Track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9848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013A40"/>
                </a:solidFill>
                <a:latin typeface="Cambria"/>
                <a:ea typeface="Cambria"/>
                <a:cs typeface="Cambria" pitchFamily="34" charset="-120"/>
              </a:rPr>
              <a:t>Pass rate and recommendation</a:t>
            </a:r>
            <a:endParaRPr lang="en-US" sz="2700">
              <a:latin typeface="Cambria"/>
              <a:ea typeface="Cambr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E3F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200" i="1" dirty="0">
                <a:solidFill>
                  <a:srgbClr val="1C6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your pass rate?</a:t>
            </a:r>
            <a:endParaRPr lang="en-US" sz="22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200" i="1" dirty="0">
                <a:solidFill>
                  <a:srgbClr val="1C6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your Go / No-Go call — and why?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· Women in Tech Accelerator 2026 · QA Track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HOMEWORK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it all again — completely on your own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90195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fresh test cases, using error_user this time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58775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Actual Result + Status for each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27355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bug report for any Fail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95935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pass rate + write your Test Summary Report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3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rodneymudau15@gmail.com — subject: Name + Week4 day1 Code4Impact QA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· Women in Tech Accelerator 2026 · QA Track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properly.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you're done.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CF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without evidence is just clicking around. Closure without execution is just guessing.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Code4Impact · Women in Tech Accelerator 2026 · QA Track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821</Words>
  <Application>Microsoft Office PowerPoint</Application>
  <PresentationFormat>Widescreen</PresentationFormat>
  <Paragraphs>144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Khumbelo Mudau</cp:lastModifiedBy>
  <cp:revision>9</cp:revision>
  <dcterms:created xsi:type="dcterms:W3CDTF">2026-08-10T10:26:50Z</dcterms:created>
  <dcterms:modified xsi:type="dcterms:W3CDTF">2026-08-12T13:05:17Z</dcterms:modified>
</cp:coreProperties>
</file>